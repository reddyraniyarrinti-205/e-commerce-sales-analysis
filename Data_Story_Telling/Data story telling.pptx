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1"/>
  </p:sldMasterIdLst>
  <p:sldIdLst>
    <p:sldId id="256" r:id="rId2"/>
    <p:sldId id="257" r:id="rId3"/>
    <p:sldId id="258" r:id="rId4"/>
    <p:sldId id="259" r:id="rId5"/>
    <p:sldId id="267" r:id="rId6"/>
    <p:sldId id="260" r:id="rId7"/>
    <p:sldId id="268" r:id="rId8"/>
    <p:sldId id="269" r:id="rId9"/>
    <p:sldId id="261" r:id="rId10"/>
    <p:sldId id="262" r:id="rId11"/>
    <p:sldId id="263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38630-26F5-4AE0-9780-F99D0F09140C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6CA9A-3729-4724-97D6-FC0489113AE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38630-26F5-4AE0-9780-F99D0F09140C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6CA9A-3729-4724-97D6-FC0489113A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38630-26F5-4AE0-9780-F99D0F09140C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4436CA9A-3729-4724-97D6-FC0489113A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38630-26F5-4AE0-9780-F99D0F09140C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6CA9A-3729-4724-97D6-FC0489113A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38630-26F5-4AE0-9780-F99D0F09140C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6CA9A-3729-4724-97D6-FC0489113A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38630-26F5-4AE0-9780-F99D0F09140C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6CA9A-3729-4724-97D6-FC0489113A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38630-26F5-4AE0-9780-F99D0F09140C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6CA9A-3729-4724-97D6-FC0489113A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38630-26F5-4AE0-9780-F99D0F09140C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6CA9A-3729-4724-97D6-FC0489113A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38630-26F5-4AE0-9780-F99D0F09140C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6CA9A-3729-4724-97D6-FC0489113A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38630-26F5-4AE0-9780-F99D0F09140C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6CA9A-3729-4724-97D6-FC0489113A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38630-26F5-4AE0-9780-F99D0F09140C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6CA9A-3729-4724-97D6-FC0489113A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F0738630-26F5-4AE0-9780-F99D0F09140C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4436CA9A-3729-4724-97D6-FC0489113AE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2844" y="2130425"/>
            <a:ext cx="9001156" cy="1470025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smtClean="0"/>
              <a:t>E-commerce Sales Analysis       &amp; Business Insights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4000504"/>
            <a:ext cx="6400800" cy="614370"/>
          </a:xfrm>
        </p:spPr>
        <p:txBody>
          <a:bodyPr/>
          <a:lstStyle/>
          <a:p>
            <a:pPr algn="l"/>
            <a:r>
              <a:rPr lang="en-US" dirty="0" smtClean="0"/>
              <a:t>   Data </a:t>
            </a:r>
            <a:r>
              <a:rPr lang="en-US" dirty="0" smtClean="0"/>
              <a:t>Analytics Intern </a:t>
            </a:r>
            <a:r>
              <a:rPr lang="en-US" dirty="0" smtClean="0"/>
              <a:t> </a:t>
            </a:r>
            <a:r>
              <a:rPr lang="en-US" dirty="0" smtClean="0"/>
              <a:t>  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85720" y="5286388"/>
            <a:ext cx="47863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Name:  Yarrinti ReddyRani</a:t>
            </a:r>
          </a:p>
          <a:p>
            <a:r>
              <a:rPr lang="en-US" sz="2000" dirty="0" smtClean="0"/>
              <a:t>Tools Used: Power BI, excel 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58" y="285728"/>
            <a:ext cx="8229600" cy="1143000"/>
          </a:xfrm>
        </p:spPr>
        <p:txBody>
          <a:bodyPr/>
          <a:lstStyle/>
          <a:p>
            <a:pPr algn="l"/>
            <a:r>
              <a:rPr lang="en-US" dirty="0" smtClean="0"/>
              <a:t>Project Objective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34" y="2428868"/>
            <a:ext cx="8229600" cy="2686056"/>
          </a:xfrm>
        </p:spPr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sz="2400" dirty="0" smtClean="0"/>
              <a:t> To analyze sales performance using data analytics techniques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 To identify top performing products and categories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 To understand regional sales trends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 To generate business insights using an interactive Power BI dashboard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Dataset 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428736"/>
            <a:ext cx="8229600" cy="421484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dirty="0" smtClean="0"/>
              <a:t>Dataset Name: E-commerce Sales </a:t>
            </a:r>
            <a:r>
              <a:rPr lang="en-US" dirty="0" smtClean="0"/>
              <a:t>Dataset</a:t>
            </a:r>
          </a:p>
          <a:p>
            <a:pPr>
              <a:buNone/>
            </a:pPr>
            <a:endParaRPr lang="en-US" sz="2200" dirty="0" smtClean="0"/>
          </a:p>
          <a:p>
            <a:pPr>
              <a:buFont typeface="Arial" pitchFamily="34" charset="0"/>
              <a:buChar char="•"/>
            </a:pPr>
            <a:r>
              <a:rPr lang="en-US" sz="2200" dirty="0" smtClean="0"/>
              <a:t> </a:t>
            </a:r>
            <a:r>
              <a:rPr lang="en-US" sz="2200" dirty="0" smtClean="0"/>
              <a:t>The dataset consists of 3,500 sales </a:t>
            </a:r>
            <a:r>
              <a:rPr lang="en-US" sz="2200" dirty="0" smtClean="0"/>
              <a:t>records</a:t>
            </a:r>
          </a:p>
          <a:p>
            <a:pPr>
              <a:buFont typeface="Arial" pitchFamily="34" charset="0"/>
              <a:buChar char="•"/>
            </a:pPr>
            <a:r>
              <a:rPr lang="en-US" sz="2200" dirty="0" smtClean="0"/>
              <a:t>It </a:t>
            </a:r>
            <a:r>
              <a:rPr lang="en-US" sz="2200" dirty="0" smtClean="0"/>
              <a:t>includes 7 columns such as product, region, </a:t>
            </a:r>
            <a:r>
              <a:rPr lang="en-US" sz="2200" dirty="0" smtClean="0"/>
              <a:t>sales  and profit,</a:t>
            </a:r>
            <a:r>
              <a:rPr lang="en-US" sz="2200" dirty="0" smtClean="0"/>
              <a:t> </a:t>
            </a:r>
            <a:r>
              <a:rPr lang="en-US" sz="2200" dirty="0" smtClean="0"/>
              <a:t>etc.</a:t>
            </a:r>
          </a:p>
          <a:p>
            <a:pPr>
              <a:buFont typeface="Arial" pitchFamily="34" charset="0"/>
              <a:buChar char="•"/>
            </a:pPr>
            <a:r>
              <a:rPr lang="en-US" sz="2200" dirty="0" smtClean="0"/>
              <a:t>Each </a:t>
            </a:r>
            <a:r>
              <a:rPr lang="en-US" sz="2200" dirty="0" smtClean="0"/>
              <a:t>row represents a single sales </a:t>
            </a:r>
            <a:r>
              <a:rPr lang="en-US" sz="2200" dirty="0" smtClean="0"/>
              <a:t>transaction.</a:t>
            </a:r>
          </a:p>
          <a:p>
            <a:pPr>
              <a:buFont typeface="Arial" pitchFamily="34" charset="0"/>
              <a:buChar char="•"/>
            </a:pPr>
            <a:r>
              <a:rPr lang="en-US" sz="2200" dirty="0" smtClean="0"/>
              <a:t>The </a:t>
            </a:r>
            <a:r>
              <a:rPr lang="en-US" sz="2200" dirty="0" smtClean="0"/>
              <a:t>dataset enables analysis of sales performance across different regions and </a:t>
            </a:r>
            <a:r>
              <a:rPr lang="en-US" sz="2200" dirty="0" smtClean="0"/>
              <a:t>categories.</a:t>
            </a:r>
          </a:p>
          <a:p>
            <a:pPr>
              <a:buFont typeface="Arial" pitchFamily="34" charset="0"/>
              <a:buChar char="•"/>
            </a:pPr>
            <a:r>
              <a:rPr lang="en-US" sz="2200" dirty="0" smtClean="0"/>
              <a:t>The dataset is structured and suitable for data analysis and business insights generation.</a:t>
            </a:r>
            <a:endParaRPr lang="en-US" sz="2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58" y="642918"/>
            <a:ext cx="8229600" cy="1143000"/>
          </a:xfrm>
        </p:spPr>
        <p:txBody>
          <a:bodyPr/>
          <a:lstStyle/>
          <a:p>
            <a:r>
              <a:rPr lang="en-US" dirty="0" smtClean="0"/>
              <a:t>Data Cleaning &amp; Preparation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2714620"/>
            <a:ext cx="8229600" cy="4709160"/>
          </a:xfrm>
        </p:spPr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sz="2400" dirty="0" smtClean="0"/>
              <a:t>Checked for missing values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 Removed duplicate records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 Standardized date formats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Verified column data types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Prepared dataset for further analysis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Sales Performance 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929198"/>
            <a:ext cx="9144064" cy="1500198"/>
          </a:xfrm>
        </p:spPr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sz="2400" dirty="0" smtClean="0"/>
              <a:t>West region generated the highest sales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Technology category shows strong performance</a:t>
            </a:r>
            <a:endParaRPr lang="en-US" sz="2400" dirty="0"/>
          </a:p>
        </p:txBody>
      </p:sp>
      <p:pic>
        <p:nvPicPr>
          <p:cNvPr id="6" name="Picture 5" descr="Screenshot (28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472" y="1928802"/>
            <a:ext cx="3886743" cy="2181530"/>
          </a:xfrm>
          <a:prstGeom prst="rect">
            <a:avLst/>
          </a:prstGeom>
        </p:spPr>
      </p:pic>
      <p:pic>
        <p:nvPicPr>
          <p:cNvPr id="7" name="Picture 6" descr="Screenshot (30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6" y="1857364"/>
            <a:ext cx="2905531" cy="220058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Product &amp; Category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143512"/>
            <a:ext cx="9144000" cy="1428760"/>
          </a:xfrm>
        </p:spPr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sz="2400" dirty="0" smtClean="0"/>
              <a:t>Technology category contributed the highest revenue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Some products generated high sales but low profit</a:t>
            </a:r>
            <a:endParaRPr lang="en-US" sz="2400" dirty="0"/>
          </a:p>
        </p:txBody>
      </p:sp>
      <p:pic>
        <p:nvPicPr>
          <p:cNvPr id="4" name="Picture 3" descr="Screenshot (18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2" y="1643050"/>
            <a:ext cx="3857652" cy="3071834"/>
          </a:xfrm>
          <a:prstGeom prst="rect">
            <a:avLst/>
          </a:prstGeom>
        </p:spPr>
      </p:pic>
      <p:pic>
        <p:nvPicPr>
          <p:cNvPr id="6" name="Picture 5" descr="Screenshot (30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538" y="2071678"/>
            <a:ext cx="2905531" cy="220058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20" y="0"/>
            <a:ext cx="8229600" cy="1143000"/>
          </a:xfrm>
        </p:spPr>
        <p:txBody>
          <a:bodyPr/>
          <a:lstStyle/>
          <a:p>
            <a:r>
              <a:rPr lang="en-US" dirty="0" smtClean="0"/>
              <a:t>Interactive Dashboard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5518159"/>
            <a:ext cx="8229600" cy="133984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     </a:t>
            </a:r>
            <a:r>
              <a:rPr lang="en-US" sz="2400" dirty="0" smtClean="0"/>
              <a:t>Dashboard allows users to analyze sales by  region, category and product using interactive filters.</a:t>
            </a:r>
            <a:endParaRPr lang="en-US" sz="2400" dirty="0"/>
          </a:p>
        </p:txBody>
      </p:sp>
      <p:pic>
        <p:nvPicPr>
          <p:cNvPr id="5" name="Picture 4" descr="dashboa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82" y="1214422"/>
            <a:ext cx="8643998" cy="41434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Hypothesis Test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400" dirty="0" smtClean="0"/>
              <a:t>Test Used: One-Way ANOVA</a:t>
            </a:r>
          </a:p>
          <a:p>
            <a:pPr>
              <a:buFont typeface="Arial" pitchFamily="34" charset="0"/>
              <a:buChar char="•"/>
            </a:pPr>
            <a:endParaRPr lang="en-US" sz="2400" dirty="0" smtClean="0"/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Compared </a:t>
            </a:r>
            <a:r>
              <a:rPr lang="en-US" sz="2400" dirty="0" smtClean="0"/>
              <a:t>sales across four regions (East, West, North, South</a:t>
            </a:r>
            <a:r>
              <a:rPr lang="en-US" sz="2400" dirty="0" smtClean="0"/>
              <a:t>)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 </a:t>
            </a:r>
            <a:r>
              <a:rPr lang="en-US" sz="2400" dirty="0" smtClean="0"/>
              <a:t>P-value &gt; </a:t>
            </a:r>
            <a:r>
              <a:rPr lang="en-US" sz="2400" dirty="0" smtClean="0"/>
              <a:t>0.05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Failed </a:t>
            </a:r>
            <a:r>
              <a:rPr lang="en-US" sz="2400" dirty="0" smtClean="0"/>
              <a:t>to reject the null hypothesis</a:t>
            </a:r>
          </a:p>
          <a:p>
            <a:pPr>
              <a:buNone/>
            </a:pPr>
            <a:r>
              <a:rPr lang="en-US" dirty="0" smtClean="0"/>
              <a:t>Conclusion</a:t>
            </a:r>
            <a:r>
              <a:rPr lang="en-US" dirty="0" smtClean="0"/>
              <a:t>: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There is no statistically significant difference in sales between regions.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71435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Key Insights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57364"/>
            <a:ext cx="8229600" cy="4268799"/>
          </a:xfrm>
        </p:spPr>
        <p:txBody>
          <a:bodyPr/>
          <a:lstStyle/>
          <a:p>
            <a:pPr>
              <a:buNone/>
            </a:pPr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Electronic category drives most revenue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West region has strong sales performance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 Profit margins vary across categories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857232"/>
            <a:ext cx="8229600" cy="77472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Business Recommendations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71678"/>
            <a:ext cx="8229600" cy="4237682"/>
          </a:xfrm>
        </p:spPr>
        <p:txBody>
          <a:bodyPr/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sz="2400" dirty="0" smtClean="0"/>
              <a:t>• Focus marketing in high-performing regions</a:t>
            </a:r>
          </a:p>
          <a:p>
            <a:pPr>
              <a:buNone/>
            </a:pPr>
            <a:r>
              <a:rPr lang="en-US" sz="2400" dirty="0" smtClean="0"/>
              <a:t>• Improve pricing for low-profit products</a:t>
            </a:r>
          </a:p>
          <a:p>
            <a:pPr>
              <a:buNone/>
            </a:pPr>
            <a:r>
              <a:rPr lang="en-US" sz="2400" dirty="0" smtClean="0"/>
              <a:t>• Increase promotion for top products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2643182"/>
            <a:ext cx="8229600" cy="197167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 smtClean="0"/>
              <a:t>   </a:t>
            </a:r>
            <a:r>
              <a:rPr lang="en-US" sz="2400" dirty="0" smtClean="0"/>
              <a:t>   </a:t>
            </a:r>
            <a:r>
              <a:rPr lang="en-US" sz="2400" dirty="0" smtClean="0"/>
              <a:t>Data analysis helps businesses understand sales patterns and make informed decisions using Power BI dashboards.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259</TotalTime>
  <Words>301</Words>
  <Application>Microsoft Office PowerPoint</Application>
  <PresentationFormat>On-screen Show (4:3)</PresentationFormat>
  <Paragraphs>51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Apex</vt:lpstr>
      <vt:lpstr>E-commerce Sales Analysis       &amp; Business Insights</vt:lpstr>
      <vt:lpstr>Project Objective</vt:lpstr>
      <vt:lpstr>Dataset Overview</vt:lpstr>
      <vt:lpstr>Data Cleaning &amp; Preparation</vt:lpstr>
      <vt:lpstr>Sales Performance Overview</vt:lpstr>
      <vt:lpstr>Product &amp; Category Analysis</vt:lpstr>
      <vt:lpstr>Interactive Dashboard</vt:lpstr>
      <vt:lpstr>Hypothesis Test </vt:lpstr>
      <vt:lpstr>Key Insights </vt:lpstr>
      <vt:lpstr>Business Recommendations </vt:lpstr>
      <vt:lpstr>Conclusion</vt:lpstr>
    </vt:vector>
  </TitlesOfParts>
  <Company>Grizli777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Sales Analysis  -</dc:title>
  <dc:creator>global</dc:creator>
  <cp:lastModifiedBy>global</cp:lastModifiedBy>
  <cp:revision>23</cp:revision>
  <dcterms:created xsi:type="dcterms:W3CDTF">2026-03-14T08:51:58Z</dcterms:created>
  <dcterms:modified xsi:type="dcterms:W3CDTF">2026-03-21T15:25:42Z</dcterms:modified>
</cp:coreProperties>
</file>